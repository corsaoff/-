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84916-916B-CAA3-63A1-D6EECAFF9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E19B95-101B-21D1-85E2-FBC6B3A47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378426-859D-EC82-A22A-DA644B866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C1A001-B7BD-9C62-CC61-E5D69F0D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6424AF-37A2-A15D-C769-246D59C1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3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CBC88-B638-08A2-EC94-7A36C7CE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06914F-8176-32FE-8CA1-77662F300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F0AABE-CFFD-4E88-6A13-B98F62FD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1AC30C-3D28-715C-47A7-058AFF39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054F1D-4EA9-7D9E-6B60-83913416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11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B6ACC-0922-8DEA-DD2E-779A2979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D7E56A-79D3-BBAC-34EF-727B1546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808DD-AED7-C1C3-1423-D3C28A80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699A66-1586-558D-2468-8F40EE72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6953C6-5091-9027-F822-4B3B592C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94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56FCA-0DD9-203B-17FB-5A7020CD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E00BD6-2E52-2382-AB35-C8D338619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B40563-A227-9AFB-9EB3-5BA2C25E5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54B9B3-6D0A-5F5E-86A3-ECD5D52A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CB17C2-934B-B3AF-88CC-8B5ED1A8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A408D1-5EB2-3EF6-6EA4-357A8666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02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A43AA-5929-9C3B-752F-BCB5148E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CE2167-D84D-D7B7-151C-AE4110FB9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77FD6D-0762-0938-589E-AB898A70B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EBD2A8-614C-B4A0-7630-D9C9B445F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0266C11-4FB1-24CC-09BE-720CC3E6D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EFD4FB-EED7-5640-F52A-230F5CFF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996D75-D7BC-D81B-3963-F227BD12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7A9E0B-4C05-73F4-589B-8CEEDA1A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51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AE18E-2BEF-3A1B-8230-992EFE16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6E3FF7-4118-96A6-542D-28129277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E88D4B-3AFE-6EBA-A7FF-AA33235F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6B15E7-5CE5-4EE6-5F2C-15DBCC5E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32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2A5160-A171-FFB0-1A4A-F420DD75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C4BB78-03DC-D192-C1E6-68DB0537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508EE0-B943-71E0-401F-95620196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35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0B821-85BA-D833-4DAF-D1885468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5CD609-6E9C-3DA1-6341-EAAC94447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5BD517-FE32-0DD5-036C-05D0602BB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A28746-0609-86A5-72B3-5B95EBED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8E8FFC-8A11-9B2D-A6BD-E60AC39E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C34942-CC76-068B-5742-39E129C5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41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90242-035F-4607-0C9D-C161199B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BC425D-463F-0E21-BE7E-955107D39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8A5ACD-1AAC-C2B8-79F0-1A4A6E78B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E0A7EA-DE18-B388-D31C-48ABAC52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E01E60-3DA6-005A-D4BE-F4520F08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B18478-6BAB-1636-0891-2A268FCB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66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40966-A359-1338-E176-49DF5FE1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F22C12-C373-0975-B6BF-25BC2243F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206CBF-C002-B096-AC1A-BAFDC414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B1E171-FDA9-8390-EC11-0B8EA407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8DE802-2E12-E0C8-E8DB-E07B2DE0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45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5A8029D-0C6C-FC15-8907-B6409F57C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8E4293-82F0-877A-CF15-D83F6EFA7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3B67F8-E8AE-BBA3-B3D3-A0D4223B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D5DE5-173A-5AFA-9FC0-EC0FD10D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EC5E0-3929-D53C-B9F9-EDF6950E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03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32EE3-672E-7236-B875-70F9B7DEB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2EB1D5-8A8A-2B83-2B57-751899D8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03FAEA-8BDE-EDB0-8006-7B9567809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A3993-3B87-F747-84FB-8F2E2C102D03}" type="datetimeFigureOut">
              <a:rPr lang="ru-RU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02093-3745-E82F-5716-5839D706F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B7C22C-A8F8-97B7-E1A9-3E6E77D0F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C0CF2-D4AB-0D40-AE92-ABE8489A2D5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63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CB26D-95BD-98FE-8B9F-159381C6D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6DFC54-E1BA-6F0D-28AB-CB6770D51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881A25-3338-305B-62DD-21DAFE5EB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" y="0"/>
            <a:ext cx="12189047" cy="71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4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13A104-E70A-F768-4E68-AA5F5E369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45255"/>
            <a:ext cx="12192000" cy="77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90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53A3CD-ADCF-D286-C0D5-99A695427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4691"/>
            <a:ext cx="12737933" cy="77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0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3BCF00-66F9-C947-3BBA-3F9B5B6C8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3609"/>
            <a:ext cx="12679326" cy="772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5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7AEC1-ADBD-5E99-FCEA-9AB1E720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79C92DC-3A22-D0A0-A35D-8D35D6FA4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015" y="-633836"/>
            <a:ext cx="12400015" cy="775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9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DE09D-3D23-BFFD-E6CA-7280BCC6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210928E-C87C-C3E0-BE22-F4509DE8A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7698"/>
            <a:ext cx="13646386" cy="852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E9732-06D2-E530-6AAB-33FB62D0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FEB4DAE-9C1B-B9BF-F464-3F191C2E1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0"/>
            <a:ext cx="1256414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9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4CC38-2878-A70F-C705-26FBB5E8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EF2A45F-3A20-DA5B-DF14-056A714D5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73" y="-405920"/>
            <a:ext cx="12550849" cy="766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0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2F48E-9734-BBFC-2DA1-D8CCA6DF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8063279-5E29-312D-BD09-DFA5BEA21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61618"/>
            <a:ext cx="12484395" cy="758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1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CEF30-FD5D-B076-6F7D-2E396713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1A79D28-31B4-E64F-45AD-65533BE16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0"/>
            <a:ext cx="12493256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322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10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Савальский Даниил Вадимович</dc:creator>
  <cp:lastModifiedBy>Савальский Даниил Вадимович</cp:lastModifiedBy>
  <cp:revision>1</cp:revision>
  <dcterms:created xsi:type="dcterms:W3CDTF">2026-03-18T15:20:38Z</dcterms:created>
  <dcterms:modified xsi:type="dcterms:W3CDTF">2026-03-18T15:46:42Z</dcterms:modified>
</cp:coreProperties>
</file>